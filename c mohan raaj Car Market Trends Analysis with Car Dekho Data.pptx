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ariomdubey01/Car-Market-Trends-Analysis.git" TargetMode="External"/><Relationship Id="rId7"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github.com/CMohanRaaj/Car-Market-Trends-Analysi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858247" y="3655498"/>
            <a:ext cx="3312160" cy="430748"/>
          </a:xfrm>
        </p:spPr>
        <p:txBody>
          <a:bodyPr>
            <a:normAutofit/>
          </a:bodyPr>
          <a:lstStyle/>
          <a:p>
            <a:pPr algn="r"/>
            <a:r>
              <a:rPr lang="en-US" b="0" dirty="0">
                <a:solidFill>
                  <a:schemeClr val="tx1"/>
                </a:solidFill>
              </a:rPr>
              <a:t>NAME : C MOHAN RAAJ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82251" y="1939984"/>
            <a:ext cx="5749257" cy="1407471"/>
          </a:xfrm>
        </p:spPr>
        <p:txBody>
          <a:bodyPr wrap="square">
            <a:noAutofit/>
          </a:bodyPr>
          <a:lstStyle/>
          <a:p>
            <a:r>
              <a:rPr lang="en-GB" dirty="0"/>
              <a:t>Project Title - </a:t>
            </a:r>
            <a:r>
              <a:rPr lang="en-US" dirty="0"/>
              <a:t>Car Market Trends Analysis with Car Dekho Data</a:t>
            </a:r>
            <a:endParaRPr lang="en-IN"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EAE8E0A8-981D-7753-1E43-B0D6B64DB654}"/>
              </a:ext>
            </a:extLst>
          </p:cNvPr>
          <p:cNvSpPr txBox="1"/>
          <p:nvPr/>
        </p:nvSpPr>
        <p:spPr>
          <a:xfrm>
            <a:off x="4985468" y="4214280"/>
            <a:ext cx="4940776" cy="369332"/>
          </a:xfrm>
          <a:prstGeom prst="rect">
            <a:avLst/>
          </a:prstGeom>
          <a:noFill/>
        </p:spPr>
        <p:txBody>
          <a:bodyPr wrap="none" rtlCol="0">
            <a:spAutoFit/>
          </a:bodyPr>
          <a:lstStyle/>
          <a:p>
            <a:r>
              <a:rPr lang="en-IN" dirty="0"/>
              <a:t>AICTE STU ID : STU682c0ae6bea981747716838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wrap="square"/>
          <a:lstStyle/>
          <a:p>
            <a:pPr>
              <a:lnSpc>
                <a:spcPct val="150000"/>
              </a:lnSpc>
            </a:pPr>
            <a:r>
              <a:rPr sz="1500" b="0"/>
              <a:t>Used-car pricing is influenced by many interacting factors — how new the car is, how much it originally cost, how far it has been driven, what fuel it runs on, who is selling it, and how many previous owners it has had.</a:t>
            </a:r>
            <a:endParaRPr lang="en-IN" sz="2800" dirty="0"/>
          </a:p>
          <a:p>
            <a:r>
              <a:rPr sz="1500" b="0"/>
              <a:t>Without systematic analysis, it is difficult for buyers or sellers to know which factors matter most, and by how much.</a:t>
            </a:r>
          </a:p>
          <a:p>
            <a:r>
              <a:rPr sz="1500" b="0"/>
              <a:t>This project investigates a CarDekho used-car dataset (301 listings) to answer that question quantitatively using EDA, correlation analysis, and statistical testing.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805214"/>
            <a:ext cx="6260551" cy="665778"/>
          </a:xfrm>
        </p:spPr>
        <p:txBody>
          <a:bodyPr>
            <a:normAutofit fontScale="90000"/>
          </a:bodyPr>
          <a:lstStyle/>
          <a:p>
            <a:r>
              <a:rPr lang="en-GB" dirty="0"/>
              <a:t>Project Description</a:t>
            </a:r>
            <a:br>
              <a:rPr lang="en-GB" dirty="0"/>
            </a:br>
            <a:br>
              <a:rPr lang="en-GB" dirty="0"/>
            </a:br>
            <a:r>
              <a:rPr lang="en-IN" sz="1800" b="0" dirty="0"/>
              <a:t>Car Market Trends Analysis is a Python-based data analysis project using </a:t>
            </a:r>
            <a:r>
              <a:rPr lang="en-IN" sz="1800" b="0" dirty="0" err="1"/>
              <a:t>CarDekho</a:t>
            </a:r>
            <a:r>
              <a:rPr lang="en-IN" sz="1800" b="0" dirty="0"/>
              <a:t> used-car data. It </a:t>
            </a:r>
            <a:r>
              <a:rPr lang="en-IN" sz="1800" b="0" dirty="0" err="1"/>
              <a:t>analyzes</a:t>
            </a:r>
            <a:r>
              <a:rPr lang="en-IN" sz="1800" b="0" dirty="0"/>
              <a:t> factors such as present price, selling price, car age, kilo-meters driven, fuel type, seller type, transmission, and ownership to identify resale-price patterns and key market trends.</a:t>
            </a:r>
            <a:r>
              <a:rPr lang="en-GB" sz="1800" b="0" dirty="0"/>
              <a:t> </a:t>
            </a:r>
            <a:br>
              <a:rPr lang="en-GB" sz="1400" dirty="0"/>
            </a:br>
            <a:br>
              <a:rPr lang="en-IN" sz="1400" dirty="0"/>
            </a:br>
            <a:br>
              <a:rPr lang="en-IN" sz="1400" dirty="0"/>
            </a:br>
            <a:r>
              <a:rPr lang="en-IN" sz="1800" b="0" dirty="0"/>
              <a:t>The project uses data cleaning, feature engineering, exploratory data analysis, statistical analysis, and visualization to generate meaningful insights that can support better buying, selling, and dealership decisions.</a:t>
            </a:r>
            <a:r>
              <a:rPr lang="en-GB" sz="1800" b="0" dirty="0"/>
              <a:t> </a:t>
            </a: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pPr>
            <a:r>
              <a:rPr sz="1600" b="0"/>
              <a:t>Buyers — can compare a listing's asking price against the two strongest price drivers found in this analysis (present price and car age) before making a purchase decision.</a:t>
            </a:r>
            <a:endParaRPr lang="en-IN" sz="3600" dirty="0"/>
          </a:p>
          <a:p>
            <a:r>
              <a:rPr sz="1600" b="0"/>
              <a:t>Sellers — can set realistic resale price expectations, understanding that cars in this dataset lose an average of 36.6% of their present price by the time of resale.</a:t>
            </a:r>
          </a:p>
          <a:p>
            <a:r>
              <a:rPr sz="1600" b="0"/>
              <a:t>Dealers — can prioritize sourcing of vehicle segments (e.g., diesel, automatic, lower present-price-to-age depreciation) that show better average resale value in this dataset.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50789" y="1432560"/>
            <a:ext cx="8325016" cy="2387600"/>
          </a:xfrm>
        </p:spPr>
        <p:txBody>
          <a:bodyPr wrap="square">
            <a:normAutofit/>
          </a:bodyPr>
          <a:lstStyle/>
          <a:p>
            <a:pPr lvl="1">
              <a:lnSpc>
                <a:spcPct val="150000"/>
              </a:lnSpc>
            </a:pPr>
            <a:r>
              <a:rPr sz="1400" b="0" dirty="0"/>
              <a:t>Python — core programming language used for the analysis</a:t>
            </a:r>
            <a:endParaRPr lang="en-IN" dirty="0"/>
          </a:p>
          <a:p>
            <a:r>
              <a:rPr lang="en-IN" sz="1400" b="0" dirty="0"/>
              <a:t>        </a:t>
            </a:r>
            <a:r>
              <a:rPr sz="1400" b="0" dirty="0"/>
              <a:t>Pandas &amp; NumPy — data loading, cleaning, and feature engineering</a:t>
            </a:r>
          </a:p>
          <a:p>
            <a:r>
              <a:rPr lang="en-IN" sz="1400" b="0" dirty="0"/>
              <a:t>        </a:t>
            </a:r>
            <a:r>
              <a:rPr sz="1400" b="0" dirty="0"/>
              <a:t>Matplotlib &amp; Seaborn — visualization (histograms, boxplots, scatter, heatmaps, bar charts)</a:t>
            </a:r>
          </a:p>
          <a:p>
            <a:r>
              <a:rPr lang="en-IN" sz="1400" b="0" dirty="0"/>
              <a:t>        </a:t>
            </a:r>
            <a:r>
              <a:rPr sz="1400" b="0" dirty="0"/>
              <a:t>SciPy (stats) — Pearson &amp; Spearman correlation, t-tests, one-way ANOVA</a:t>
            </a:r>
          </a:p>
          <a:p>
            <a:r>
              <a:rPr lang="en-IN" sz="1400" b="0" dirty="0"/>
              <a:t>        </a:t>
            </a:r>
            <a:r>
              <a:rPr sz="1400" b="0" dirty="0"/>
              <a:t>Scikit-learn (optional) &amp; Jupyter Notebook — development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8736944" cy="830997"/>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hlinkClick r:id="rId3"/>
              </a:rPr>
              <a:t> </a:t>
            </a:r>
            <a:r>
              <a:rPr lang="en-GB" sz="2000" b="0" u="sng" dirty="0">
                <a:solidFill>
                  <a:srgbClr val="0070C0"/>
                </a:solidFill>
              </a:rPr>
              <a:t>Demo Link : </a:t>
            </a:r>
            <a:r>
              <a:rPr lang="en-GB" sz="2000" b="0" u="sng" dirty="0">
                <a:solidFill>
                  <a:srgbClr val="0070C0"/>
                </a:solidFill>
                <a:hlinkClick r:id="rId4"/>
              </a:rPr>
              <a:t>https://github.com/CMohanRaaj/Car-Market-Trends-Analysis</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Correlation Matrix of Key Numerical Variables</a:t>
            </a:r>
            <a:endParaRPr lang="en-IN" dirty="0"/>
          </a:p>
        </p:txBody>
      </p:sp>
      <p:pic>
        <p:nvPicPr>
          <p:cNvPr id="31" name="Picture 30"/>
          <p:cNvPicPr>
            <a:picLocks noChangeAspect="1"/>
          </p:cNvPicPr>
          <p:nvPr/>
        </p:nvPicPr>
        <p:blipFill>
          <a:blip r:embed="rId5"/>
          <a:srcRect/>
          <a:stretch/>
        </p:blipFill>
        <p:spPr>
          <a:xfrm>
            <a:off x="626856" y="1909213"/>
            <a:ext cx="4152079" cy="3436400"/>
          </a:xfrm>
          <a:prstGeom prst="rect">
            <a:avLst/>
          </a:prstGeom>
        </p:spPr>
      </p:pic>
      <p:pic>
        <p:nvPicPr>
          <p:cNvPr id="3" name="Picture 2">
            <a:extLst>
              <a:ext uri="{FF2B5EF4-FFF2-40B4-BE49-F238E27FC236}">
                <a16:creationId xmlns:a16="http://schemas.microsoft.com/office/drawing/2014/main" id="{9AD5B888-A170-E407-2C88-CED97963D067}"/>
              </a:ext>
            </a:extLst>
          </p:cNvPr>
          <p:cNvPicPr>
            <a:picLocks noChangeAspect="1"/>
          </p:cNvPicPr>
          <p:nvPr/>
        </p:nvPicPr>
        <p:blipFill>
          <a:blip r:embed="rId6"/>
          <a:srcRect/>
          <a:stretch/>
        </p:blipFill>
        <p:spPr>
          <a:xfrm>
            <a:off x="5312840" y="824455"/>
            <a:ext cx="3956479" cy="2604545"/>
          </a:xfrm>
          <a:prstGeom prst="rect">
            <a:avLst/>
          </a:prstGeom>
        </p:spPr>
      </p:pic>
      <p:pic>
        <p:nvPicPr>
          <p:cNvPr id="11" name="Picture 10">
            <a:extLst>
              <a:ext uri="{FF2B5EF4-FFF2-40B4-BE49-F238E27FC236}">
                <a16:creationId xmlns:a16="http://schemas.microsoft.com/office/drawing/2014/main" id="{5840A08E-58CC-257F-019B-06AA0B11A3FD}"/>
              </a:ext>
            </a:extLst>
          </p:cNvPr>
          <p:cNvPicPr>
            <a:picLocks noChangeAspect="1"/>
          </p:cNvPicPr>
          <p:nvPr/>
        </p:nvPicPr>
        <p:blipFill>
          <a:blip r:embed="rId7"/>
          <a:srcRect/>
          <a:stretch/>
        </p:blipFill>
        <p:spPr>
          <a:xfrm>
            <a:off x="5584895" y="3578087"/>
            <a:ext cx="3412369" cy="225021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12983" y="259582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878338" y="3962573"/>
            <a:ext cx="7357358" cy="1531778"/>
          </a:xfrm>
        </p:spPr>
        <p:txBody>
          <a:bodyPr>
            <a:normAutofit/>
          </a:bodyPr>
          <a:lstStyle/>
          <a:p>
            <a:r>
              <a:rPr lang="en-IN" dirty="0"/>
              <a:t>NAME : C MOHAN RAAJ</a:t>
            </a:r>
          </a:p>
          <a:p>
            <a:r>
              <a:rPr lang="en-IN" dirty="0"/>
              <a:t>AICTE ID : STU682c0ae6bea981747716838</a:t>
            </a:r>
          </a:p>
          <a:p>
            <a:r>
              <a:rPr lang="en-IN" dirty="0"/>
              <a:t>COLLEGE : </a:t>
            </a:r>
            <a:r>
              <a:rPr lang="en-IN" b="0" dirty="0"/>
              <a:t>Sathyabama Institute of Science and Technology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695</TotalTime>
  <Words>422</Words>
  <Application>Microsoft Office PowerPoint</Application>
  <PresentationFormat>Widescreen</PresentationFormat>
  <Paragraphs>28</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 Car Market Trends Analysis with Car Dekho Data</vt:lpstr>
      <vt:lpstr>PROBLEM  STATEMENT</vt:lpstr>
      <vt:lpstr>Project Description  Car Market Trends Analysis is a Python-based data analysis project using CarDekho used-car data. It analyzes factors such as present price, selling price, car age, kilo-meters driven, fuel type, seller type, transmission, and ownership to identify resale-price patterns and key market trends.    The project uses data cleaning, feature engineering, exploratory data analysis, statistical analysis, and visualization to generate meaningful insights that can support better buying, selling, and dealership decisions.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 MOHAN RAAJ</cp:lastModifiedBy>
  <cp:revision>76</cp:revision>
  <dcterms:created xsi:type="dcterms:W3CDTF">2021-07-11T13:13:15Z</dcterms:created>
  <dcterms:modified xsi:type="dcterms:W3CDTF">2026-09-15T17:49:10Z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